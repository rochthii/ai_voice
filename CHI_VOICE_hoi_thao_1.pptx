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051560"/>
            <a:ext cx="4754880" cy="4754880"/>
          </a:xfrm>
          <a:prstGeom prst="ellipse">
            <a:avLst/>
          </a:prstGeom>
          <a:ln w="13970">
            <a:solidFill>
              <a:srgbClr val="C9B89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23560" y="0"/>
            <a:ext cx="6858000" cy="6858000"/>
          </a:xfrm>
          <a:prstGeom prst="ellipse">
            <a:avLst/>
          </a:prstGeom>
          <a:ln w="13970">
            <a:solidFill>
              <a:srgbClr val="C9B896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-1051560"/>
            <a:ext cx="8961120" cy="8961120"/>
          </a:xfrm>
          <a:prstGeom prst="ellipse">
            <a:avLst/>
          </a:prstGeom>
          <a:ln w="13970">
            <a:solidFill>
              <a:srgbClr val="C9B896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20440" y="-2103120"/>
            <a:ext cx="11064240" cy="11064240"/>
          </a:xfrm>
          <a:prstGeom prst="ellipse">
            <a:avLst/>
          </a:prstGeom>
          <a:ln w="13970">
            <a:solidFill>
              <a:srgbClr val="C9B896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685800"/>
            <a:ext cx="868680" cy="86868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7" name="Image 0" descr="/home/claude/chivoice/icon_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657" y="91165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VOICE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58368" y="333756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Thuyết Minh Viên Giọng Nói AI</a:t>
            </a:r>
            <a:endParaRPr lang="en-US" sz="18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Tích Lịch Sử Địa Đạo Củ Chi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" y="4343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"Chạm một lần – Nghe xuyên hầm – An tâm từng bước"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Hội thảo Đổi mới sáng tạo &amp; Chuyển đổi số  ·  Lớp D24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đau hiện tại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tham quan Địa đạo Củ Chi hôm nay còn nhiều bất cập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F332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6" name="Image 0" descr="/home/claude/chivoice/icon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1442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47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Thiếu hướng dẫn viên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cao điểm không đủ HDV, khách phải chờ hoặc đi theo đoàn đông, khó tiếp cận đầy đủ thông tin.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69164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F3325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55080" y="1965960"/>
            <a:ext cx="685800" cy="6858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11" name="Image 1" descr="/home/claude/chivoice/icon_wifiO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21442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9476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Mất sóng dưới lòng đất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5080" y="27432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đạo là không gian ngầm — app/audio guide thông thường phụ thuộc mạng gần như vô dụng.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F3325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685800" cy="6858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16" name="Image 2" descr="/home/claude/chivoice/icon_book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46131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416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Thông tin thiếu chuẩn hóa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960" y="52120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thuyết minh mỗi nơi một khác, dễ sai lệch lịch sử, khó kiểm soát chất lượng.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160520"/>
            <a:ext cx="5074920" cy="2148840"/>
          </a:xfrm>
          <a:prstGeom prst="roundRect">
            <a:avLst>
              <a:gd name="adj" fmla="val 5106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F3325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55080" y="4434840"/>
            <a:ext cx="685800" cy="6858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21" name="Image 3" descr="/home/claude/chivoice/icon_commentSl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46131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41655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Trải nghiệm một chiều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5080" y="52120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chỉ nghe, không hỏi được, không cá nhân hóa theo tốc độ và mối quan tâm riêng.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777240" cy="77724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3" name="Image 0" descr="/home/claude/chivoice/icon_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796442"/>
            <a:ext cx="373075" cy="3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548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pháp: CHI VOICE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572768" y="12344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Web App (PWA) đóng vai trò thuyết minh viên AI riêng cho từng khách tham quan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58368" y="2148840"/>
            <a:ext cx="3310128" cy="3200400"/>
          </a:xfrm>
          <a:prstGeom prst="roundRect">
            <a:avLst>
              <a:gd name="adj" fmla="val 3429"/>
            </a:avLst>
          </a:prstGeom>
          <a:solidFill>
            <a:srgbClr val="2E4A32"/>
          </a:solidFill>
          <a:ln/>
        </p:spPr>
      </p:sp>
      <p:sp>
        <p:nvSpPr>
          <p:cNvPr id="7" name="Shape 4"/>
          <p:cNvSpPr/>
          <p:nvPr/>
        </p:nvSpPr>
        <p:spPr>
          <a:xfrm>
            <a:off x="1947672" y="2468880"/>
            <a:ext cx="731520" cy="73152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8" name="Image 1" descr="/home/claude/chivoice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67" y="2659075"/>
            <a:ext cx="351130" cy="3511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968" y="338328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Hoạt động 100% offline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14400" y="406908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nội dung âm thanh được cache sẵn — mất sóng dưới hầm vẫn nghe trọn vẹn.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88536" y="2148840"/>
            <a:ext cx="3310128" cy="3200400"/>
          </a:xfrm>
          <a:prstGeom prst="roundRect">
            <a:avLst>
              <a:gd name="adj" fmla="val 3429"/>
            </a:avLst>
          </a:prstGeom>
          <a:solidFill>
            <a:srgbClr val="2E4A32"/>
          </a:solidFill>
          <a:ln/>
        </p:spPr>
      </p:sp>
      <p:sp>
        <p:nvSpPr>
          <p:cNvPr id="12" name="Shape 8"/>
          <p:cNvSpPr/>
          <p:nvPr/>
        </p:nvSpPr>
        <p:spPr>
          <a:xfrm>
            <a:off x="5577840" y="2468880"/>
            <a:ext cx="731520" cy="73152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13" name="Image 2" descr="/home/claude/chivoice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035" y="265907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17136" y="338328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Nhân vật dẫn chuyện "Chi"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44568" y="406908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kể tự nhiên, cảm xúc, luôn bám sát dữ liệu lịch sử đã chuẩn hóa — chống ảo giác.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918704" y="2148840"/>
            <a:ext cx="3310128" cy="3200400"/>
          </a:xfrm>
          <a:prstGeom prst="roundRect">
            <a:avLst>
              <a:gd name="adj" fmla="val 3429"/>
            </a:avLst>
          </a:prstGeom>
          <a:solidFill>
            <a:srgbClr val="2E4A32"/>
          </a:solidFill>
          <a:ln/>
        </p:spPr>
      </p:sp>
      <p:sp>
        <p:nvSpPr>
          <p:cNvPr id="17" name="Shape 12"/>
          <p:cNvSpPr/>
          <p:nvPr/>
        </p:nvSpPr>
        <p:spPr>
          <a:xfrm>
            <a:off x="9208008" y="2468880"/>
            <a:ext cx="731520" cy="73152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18" name="Image 3" descr="/home/claude/chivoice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203" y="2659075"/>
            <a:ext cx="351130" cy="35113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147304" y="3383280"/>
            <a:ext cx="2852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cần cài đặt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174736" y="4069080"/>
            <a:ext cx="27980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QR mở ngay trên trình duyệt, không tốn dung lượng máy, dùng được mọi thiết bị.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Cách hoạt động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bước đơn giản, từ lúc chạm QR đến khi kết thúc hành trình dưới lòng đất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487168" cy="3931920"/>
          </a:xfrm>
          <a:prstGeom prst="roundRect">
            <a:avLst>
              <a:gd name="adj" fmla="val 3676"/>
            </a:avLst>
          </a:prstGeom>
          <a:solidFill>
            <a:srgbClr val="F4F2EC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655064"/>
            <a:ext cx="438912" cy="438912"/>
          </a:xfrm>
          <a:prstGeom prst="ellipse">
            <a:avLst/>
          </a:prstGeom>
          <a:solidFill>
            <a:srgbClr val="D97D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35024" y="2377440"/>
            <a:ext cx="914400" cy="9144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8" name="Image 0" descr="/home/claude/chivoice/icon_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6151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4747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Chạm QR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PWA ngay trên trình duyệt tại cổng vào, không cần tải app.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44952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255264" y="1874520"/>
            <a:ext cx="2487168" cy="3931920"/>
          </a:xfrm>
          <a:prstGeom prst="roundRect">
            <a:avLst>
              <a:gd name="adj" fmla="val 3676"/>
            </a:avLst>
          </a:prstGeom>
          <a:solidFill>
            <a:srgbClr val="F4F2EC"/>
          </a:solidFill>
          <a:ln/>
        </p:spPr>
      </p:sp>
      <p:sp>
        <p:nvSpPr>
          <p:cNvPr id="13" name="Shape 10"/>
          <p:cNvSpPr/>
          <p:nvPr/>
        </p:nvSpPr>
        <p:spPr>
          <a:xfrm>
            <a:off x="4279392" y="1655064"/>
            <a:ext cx="438912" cy="438912"/>
          </a:xfrm>
          <a:prstGeom prst="ellipse">
            <a:avLst/>
          </a:prstGeom>
          <a:solidFill>
            <a:srgbClr val="D97D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79392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41648" y="2377440"/>
            <a:ext cx="914400" cy="9144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16" name="Image 1" descr="/home/claude/chivoice/icon_mapMa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2615184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92424" y="34747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trạm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438144" y="4114800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vị 5 trạm tham quan, tự động gợi ý điểm gần nhất.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751576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961888" y="1874520"/>
            <a:ext cx="2487168" cy="3931920"/>
          </a:xfrm>
          <a:prstGeom prst="roundRect">
            <a:avLst>
              <a:gd name="adj" fmla="val 3676"/>
            </a:avLst>
          </a:prstGeom>
          <a:solidFill>
            <a:srgbClr val="F4F2EC"/>
          </a:solidFill>
          <a:ln/>
        </p:spPr>
      </p:sp>
      <p:sp>
        <p:nvSpPr>
          <p:cNvPr id="21" name="Shape 17"/>
          <p:cNvSpPr/>
          <p:nvPr/>
        </p:nvSpPr>
        <p:spPr>
          <a:xfrm>
            <a:off x="6986016" y="1655064"/>
            <a:ext cx="438912" cy="438912"/>
          </a:xfrm>
          <a:prstGeom prst="ellipse">
            <a:avLst/>
          </a:prstGeom>
          <a:solidFill>
            <a:srgbClr val="D97D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86016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748272" y="2377440"/>
            <a:ext cx="914400" cy="9144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24" name="Image 2" descr="/home/claude/chivoice/icon_headpho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016" y="2615184"/>
            <a:ext cx="438912" cy="43891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99048" y="34747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Nghe "Chi" kể chuyện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144768" y="4114800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Thuyết minh lịch sử + cảnh báo an toàn không gian ngầm.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58200" y="333756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668512" y="1874520"/>
            <a:ext cx="2487168" cy="3931920"/>
          </a:xfrm>
          <a:prstGeom prst="roundRect">
            <a:avLst>
              <a:gd name="adj" fmla="val 3676"/>
            </a:avLst>
          </a:prstGeom>
          <a:solidFill>
            <a:srgbClr val="F4F2EC"/>
          </a:solidFill>
          <a:ln/>
        </p:spPr>
      </p:sp>
      <p:sp>
        <p:nvSpPr>
          <p:cNvPr id="29" name="Shape 24"/>
          <p:cNvSpPr/>
          <p:nvPr/>
        </p:nvSpPr>
        <p:spPr>
          <a:xfrm>
            <a:off x="9692640" y="1655064"/>
            <a:ext cx="438912" cy="438912"/>
          </a:xfrm>
          <a:prstGeom prst="ellipse">
            <a:avLst/>
          </a:prstGeom>
          <a:solidFill>
            <a:srgbClr val="D97D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692640" y="1655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9454896" y="2377440"/>
            <a:ext cx="914400" cy="91440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32" name="Image 3" descr="/home/claude/chivoice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2615184"/>
            <a:ext cx="438912" cy="43891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805672" y="347472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tâm dù mất sóng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8851392" y="4114800"/>
            <a:ext cx="212140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audio đã cache offline, không gián đoạn dưới hầm.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mang lại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VOICE không chỉ phục vụ du khách, mà còn hỗ trợ vận hành và quảng bá di sản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F332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057400"/>
            <a:ext cx="822960" cy="82296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6" name="Image 0" descr="/home/claude/chivoice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63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khách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118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sống động, cá nhân hóa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68680" y="427024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lo mất sóng, không chờ HDV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68680" y="492861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 hơn nhờ cảnh báo đúng lúc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73736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1F3325"/>
          </a:solidFill>
          <a:ln/>
        </p:spPr>
      </p:sp>
      <p:sp>
        <p:nvSpPr>
          <p:cNvPr id="12" name="Shape 9"/>
          <p:cNvSpPr/>
          <p:nvPr/>
        </p:nvSpPr>
        <p:spPr>
          <a:xfrm>
            <a:off x="5600700" y="2057400"/>
            <a:ext cx="822960" cy="82296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13" name="Image 1" descr="/home/claude/chivoice/icon_lan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670" y="22713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 quản lý di tích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tải nhân sự hướng dẫn viên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17720" y="427024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 nội dung, chống sai lệch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617720" y="492861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cập nhật, mở rộng thêm trạm mới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173736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F4F2EC"/>
          </a:solidFill>
          <a:ln/>
          <a:effectLst>
            <a:outerShdw sx="100000" sy="100000" kx="0" ky="0" algn="bl" rotWithShape="0" blurRad="101600" dist="38100" dir="5400000">
              <a:srgbClr val="1F3325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49740" y="2057400"/>
            <a:ext cx="822960" cy="822960"/>
          </a:xfrm>
          <a:prstGeom prst="ellipse">
            <a:avLst/>
          </a:prstGeom>
          <a:solidFill>
            <a:srgbClr val="2E4A32"/>
          </a:solidFill>
          <a:ln/>
        </p:spPr>
      </p:sp>
      <p:pic>
        <p:nvPicPr>
          <p:cNvPr id="20" name="Image 2" descr="/home/claude/chivoice/icon_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3710" y="2271370"/>
            <a:ext cx="395021" cy="3950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0175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Địa phương Củ Chi – Tây Ninh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66760" y="361188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Quảng bá di sản bằng công nghệ AI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366760" y="427024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Góp phần chuyển đổi số du lịch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66760" y="492861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●"/>
            </a:pPr>
            <a:r>
              <a:rPr lang="en-US" sz="1150" dirty="0">
                <a:solidFill>
                  <a:srgbClr val="2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có thể nhân rộng cho di tích khác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trực tiếp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dùng thử đã sẵn sàng — quét mã hoặc truy cập đường dẫn để trải nghiệm ngay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309360" cy="1371600"/>
          </a:xfrm>
          <a:prstGeom prst="roundRect">
            <a:avLst>
              <a:gd name="adj" fmla="val 8000"/>
            </a:avLst>
          </a:prstGeom>
          <a:solidFill>
            <a:srgbClr val="2E4A32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377440"/>
            <a:ext cx="731520" cy="73152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6" name="Image 0" descr="/home/claude/chivoice/icon_ext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56763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ai-voice-ashy.vercel.app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82880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— mở trực tiếp bằng trình duyệt điện thoại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205740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9052560" y="2423160"/>
            <a:ext cx="914400" cy="914400"/>
          </a:xfrm>
          <a:prstGeom prst="ellipse">
            <a:avLst/>
          </a:prstGeom>
          <a:solidFill>
            <a:srgbClr val="1F3325"/>
          </a:solidFill>
          <a:ln/>
        </p:spPr>
      </p:sp>
      <p:pic>
        <p:nvPicPr>
          <p:cNvPr id="11" name="Image 1" descr="/home/claude/chivoice/icon_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304" y="26609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3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Quét QR để mở app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3524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(Dán mã QR của ai-voice-ashy.vercel.app vào đây trước khi trình chiếu)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" y="3794760"/>
            <a:ext cx="128016" cy="128016"/>
          </a:xfrm>
          <a:prstGeom prst="ellipse">
            <a:avLst/>
          </a:prstGeom>
          <a:solidFill>
            <a:srgbClr val="D97D3D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trạm dữ liệu lịch sử thật, đã chuẩn hóa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58368" y="4343400"/>
            <a:ext cx="128016" cy="128016"/>
          </a:xfrm>
          <a:prstGeom prst="ellipse">
            <a:avLst/>
          </a:prstGeom>
          <a:solidFill>
            <a:srgbClr val="D97D3D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"Sonic Monolith" tối giản, dễ thao tác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8368" y="4892040"/>
            <a:ext cx="128016" cy="128016"/>
          </a:xfrm>
          <a:prstGeom prst="ellipse">
            <a:avLst/>
          </a:prstGeom>
          <a:solidFill>
            <a:srgbClr val="D97D3D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mượt cả khi offline hoàn toàn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1051560"/>
            <a:ext cx="4754880" cy="4754880"/>
          </a:xfrm>
          <a:prstGeom prst="ellipse">
            <a:avLst/>
          </a:prstGeom>
          <a:ln w="13970">
            <a:solidFill>
              <a:srgbClr val="C9B89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" y="0"/>
            <a:ext cx="6858000" cy="6858000"/>
          </a:xfrm>
          <a:prstGeom prst="ellipse">
            <a:avLst/>
          </a:prstGeom>
          <a:ln w="13970">
            <a:solidFill>
              <a:srgbClr val="C9B896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43000" y="-1051560"/>
            <a:ext cx="8961120" cy="8961120"/>
          </a:xfrm>
          <a:prstGeom prst="ellipse">
            <a:avLst/>
          </a:prstGeom>
          <a:ln w="13970">
            <a:solidFill>
              <a:srgbClr val="C9B896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2194560" y="-2103120"/>
            <a:ext cx="11064240" cy="11064240"/>
          </a:xfrm>
          <a:prstGeom prst="ellipse">
            <a:avLst/>
          </a:prstGeom>
          <a:ln w="13970">
            <a:solidFill>
              <a:srgbClr val="C9B896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2148840"/>
            <a:ext cx="822960" cy="822960"/>
          </a:xfrm>
          <a:prstGeom prst="ellipse">
            <a:avLst/>
          </a:prstGeom>
          <a:solidFill>
            <a:srgbClr val="D97D3D"/>
          </a:solidFill>
          <a:ln/>
        </p:spPr>
      </p:sp>
      <p:pic>
        <p:nvPicPr>
          <p:cNvPr id="7" name="Image 0" descr="/home/claude/chivoice/icon_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0050" y="236281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đã lắng nghe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7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VOICE — "Chạm một lần – Nghe xuyên hầm – An tâm từng bước"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ai-voice-ashy.vercel.app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2026-08-20T09:25:07Z</dcterms:created>
  <dcterms:modified xsi:type="dcterms:W3CDTF">2026-08-20T09:25:07Z</dcterms:modified>
</cp:coreProperties>
</file>